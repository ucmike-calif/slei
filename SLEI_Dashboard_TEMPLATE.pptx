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73"/>
    <p:restoredTop sz="94744"/>
  </p:normalViewPr>
  <p:slideViewPr>
    <p:cSldViewPr snapToGrid="0" snapToObjects="1">
      <p:cViewPr varScale="1">
        <p:scale>
          <a:sx n="85" d="100"/>
          <a:sy n="85" d="100"/>
        </p:scale>
        <p:origin x="168" y="7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01168" y="182880"/>
            <a:ext cx="11789359" cy="649224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01168" y="182880"/>
            <a:ext cx="11789359" cy="603504"/>
          </a:xfrm>
          <a:prstGeom prst="roundRect">
            <a:avLst>
              <a:gd name="adj" fmla="val 12000"/>
            </a:avLst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21207" y="135470"/>
            <a:ext cx="11149279" cy="4644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dirty="0">
                <a:solidFill>
                  <a:srgbClr val="FDFBF7"/>
                </a:solidFill>
              </a:rPr>
              <a:t>{{DASHBOARD_TITLE}}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520628"/>
            <a:ext cx="11149279" cy="2784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FDFBF7"/>
                </a:solidFill>
              </a:rPr>
              <a:t>{{DASHBOARD_SUBTITLE}}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786384"/>
            <a:ext cx="11789359" cy="29576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" y="804092"/>
            <a:ext cx="11149279" cy="408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333"/>
                </a:solidFill>
              </a:rPr>
              <a:t>{{DASHBOARD_INTRO}}</a:t>
            </a:r>
            <a:r>
              <a:rPr lang="en-US" sz="1000" b="1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  <a:r>
              <a:rPr lang="en-US" sz="1000" b="0" dirty="0">
                <a:solidFill>
                  <a:srgbClr val="333333"/>
                </a:solidFill>
              </a:rPr>
              <a:t> </a:t>
            </a:r>
            <a:r>
              <a:rPr sz="1000" b="0" dirty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75488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76" y="1205860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Leadership Behavior 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64" y="1364164"/>
            <a:ext cx="382310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{{CONSISTENCY_SCORE}}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64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{{CONSISTENCY_INTERPRETATION}}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98594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8594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0" y="-2505456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B0000"/>
                </a:solidFill>
              </a:rPr>
              <a:t>Behavioral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186" y="1364164"/>
            <a:ext cx="326532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50" b="1" dirty="0">
                <a:solidFill>
                  <a:srgbClr val="333333"/>
                </a:solidFill>
              </a:rPr>
              <a:t>{{GROWTH_AVG}}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606" y="1777081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0" dirty="0">
                <a:solidFill>
                  <a:srgbClr val="333333"/>
                </a:solidFill>
              </a:rPr>
              <a:t>{{GROWTH_INTERPRETATION}}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1700" y="1226297"/>
            <a:ext cx="3594506" cy="1096279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21700" y="1149284"/>
            <a:ext cx="3594506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2285" y="11917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6B0000"/>
                </a:solidFill>
              </a:rPr>
              <a:t>Strongest Area of Growth</a:t>
            </a:r>
            <a:r>
              <a:rPr lang="en-US" sz="1100" b="1" dirty="0">
                <a:solidFill>
                  <a:srgbClr val="6B0000"/>
                </a:solidFill>
              </a:rPr>
              <a:t> </a:t>
            </a:r>
            <a:r>
              <a:rPr sz="1100" b="1" dirty="0">
                <a:solidFill>
                  <a:srgbClr val="6B0000"/>
                </a:solidFill>
              </a:rPr>
              <a:t>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292" y="1364164"/>
            <a:ext cx="5272546" cy="5032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2650" b="1" dirty="0">
                <a:solidFill>
                  <a:srgbClr val="333333"/>
                </a:solidFill>
              </a:rPr>
              <a:t>{{STRONGEST_GROWTH_DOMAIN}}</a:t>
            </a:r>
            <a:endParaRPr sz="2650" b="1" dirty="0">
              <a:solidFill>
                <a:srgbClr val="33333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68005" y="1762857"/>
            <a:ext cx="326532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dirty="0">
                <a:solidFill>
                  <a:srgbClr val="333333"/>
                </a:solidFill>
              </a:rPr>
              <a:t>{{STRONGEST_DETAIL}}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450592"/>
            <a:ext cx="5577840" cy="1920240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5488" y="2450592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" y="2514600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Domain Profile (Current Frequency)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889504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Sight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09928" y="2916936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ar_Sight"/>
          <p:cNvSpPr/>
          <p:nvPr/>
        </p:nvSpPr>
        <p:spPr>
          <a:xfrm>
            <a:off x="1709928" y="2916936"/>
            <a:ext cx="2591592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04088" y="3136392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333333"/>
                </a:solidFill>
              </a:rPr>
              <a:t>Tenacity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09928" y="3163824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ar_Tenacity"/>
          <p:cNvSpPr/>
          <p:nvPr/>
        </p:nvSpPr>
        <p:spPr>
          <a:xfrm>
            <a:off x="1709928" y="3163824"/>
            <a:ext cx="2661635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4088" y="3383280"/>
            <a:ext cx="960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9928" y="3410712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ar_Ability"/>
          <p:cNvSpPr/>
          <p:nvPr/>
        </p:nvSpPr>
        <p:spPr>
          <a:xfrm>
            <a:off x="1709928" y="3410712"/>
            <a:ext cx="2731678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709928" y="3657600"/>
            <a:ext cx="3502152" cy="164592"/>
          </a:xfrm>
          <a:prstGeom prst="roundRect">
            <a:avLst>
              <a:gd name="adj" fmla="val 12000"/>
            </a:avLst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ar_Results"/>
          <p:cNvSpPr/>
          <p:nvPr/>
        </p:nvSpPr>
        <p:spPr>
          <a:xfrm>
            <a:off x="1709928" y="3657600"/>
            <a:ext cx="2871764" cy="164592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088" y="4006187"/>
            <a:ext cx="512064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050" dirty="0"/>
              <a:t>{{STRONGEST_DOMAIN}}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4517136"/>
            <a:ext cx="5577840" cy="202996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5488" y="4517136"/>
            <a:ext cx="5577840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4088" y="4581144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Strongest Reported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4919472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{{TOP_GROWTH_ITEM_1}}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65" y="5623560"/>
            <a:ext cx="5120640" cy="5796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019" b="0" dirty="0">
                <a:solidFill>
                  <a:srgbClr val="333333"/>
                </a:solidFill>
              </a:rPr>
              <a:t>{{TOP_GROWTH_WHY}}</a:t>
            </a:r>
            <a:r>
              <a:rPr sz="1019" b="0" dirty="0">
                <a:solidFill>
                  <a:srgbClr val="333333"/>
                </a:solidFill>
              </a:rPr>
              <a:t>
</a:t>
            </a:r>
            <a:r>
              <a:rPr lang="en-US" sz="1019" b="0" dirty="0">
                <a:solidFill>
                  <a:srgbClr val="333333"/>
                </a:solidFill>
              </a:rPr>
              <a:t>{{TOP_GROWTH_PROMPT}}</a:t>
            </a:r>
            <a:endParaRPr sz="1019" b="0" dirty="0">
              <a:solidFill>
                <a:srgbClr val="333333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928" y="2450591"/>
            <a:ext cx="5434279" cy="1517905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81928" y="2450592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10528" y="2514600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Opportunities for Continued Growth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0528" y="2852928"/>
            <a:ext cx="4977079" cy="2610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{{TOP_OPPORTUNITY_ITEM_1}}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81928" y="4014216"/>
            <a:ext cx="5434279" cy="2532888"/>
          </a:xfrm>
          <a:prstGeom prst="roundRect">
            <a:avLst>
              <a:gd name="adj" fmla="val 12000"/>
            </a:avLst>
          </a:prstGeom>
          <a:solidFill>
            <a:srgbClr val="FDFBF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281928" y="4085656"/>
            <a:ext cx="5434279" cy="329184"/>
          </a:xfrm>
          <a:prstGeom prst="rect">
            <a:avLst/>
          </a:prstGeom>
          <a:solidFill>
            <a:srgbClr val="6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10528" y="4149664"/>
            <a:ext cx="4977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DFBF7"/>
                </a:solidFill>
              </a:rPr>
              <a:t>60–90 Day Leadership Focus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04527" y="4131376"/>
            <a:ext cx="1828800" cy="237744"/>
          </a:xfrm>
          <a:prstGeom prst="roundRect">
            <a:avLst>
              <a:gd name="adj" fmla="val 12000"/>
            </a:avLst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704527" y="4149664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dirty="0">
                <a:solidFill>
                  <a:srgbClr val="1A1A1A"/>
                </a:solidFill>
              </a:rPr>
              <a:t>Action Plan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10528" y="4517136"/>
            <a:ext cx="4977079" cy="2496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000" dirty="0"/>
              <a:t>{{ACTIONPLAN_PROMPT}}</a:t>
            </a:r>
            <a:endParaRPr lang="en-US" sz="1000" b="0" dirty="0">
              <a:solidFill>
                <a:srgbClr val="333333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65880B-EC5C-939B-9059-F8E64A0DC180}"/>
              </a:ext>
            </a:extLst>
          </p:cNvPr>
          <p:cNvSpPr txBox="1"/>
          <p:nvPr/>
        </p:nvSpPr>
        <p:spPr>
          <a:xfrm>
            <a:off x="4335168" y="1206092"/>
            <a:ext cx="32653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6B0000"/>
                </a:solidFill>
              </a:rPr>
              <a:t>Growth Indicator</a:t>
            </a:r>
            <a:endParaRPr sz="1100" b="1" dirty="0">
              <a:solidFill>
                <a:srgbClr val="6B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6EF28-4C55-E753-74FB-1B1BF09AF5E7}"/>
              </a:ext>
            </a:extLst>
          </p:cNvPr>
          <p:cNvSpPr txBox="1"/>
          <p:nvPr/>
        </p:nvSpPr>
        <p:spPr>
          <a:xfrm>
            <a:off x="696765" y="3635883"/>
            <a:ext cx="960120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100" b="1" dirty="0">
                <a:solidFill>
                  <a:srgbClr val="333333"/>
                </a:solidFill>
              </a:rPr>
              <a:t>Results</a:t>
            </a:r>
            <a:endParaRPr sz="1100" b="1" dirty="0">
              <a:solidFill>
                <a:srgbClr val="333333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9460C5-8C41-47C2-33F6-9B88302C0BDA}"/>
              </a:ext>
            </a:extLst>
          </p:cNvPr>
          <p:cNvSpPr txBox="1"/>
          <p:nvPr/>
        </p:nvSpPr>
        <p:spPr>
          <a:xfrm>
            <a:off x="704088" y="5271516"/>
            <a:ext cx="5120640" cy="2641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100" b="0" dirty="0">
                <a:solidFill>
                  <a:srgbClr val="333333"/>
                </a:solidFill>
              </a:rPr>
              <a:t>• {{TOP_GROWTH_ITEM_2}}</a:t>
            </a:r>
            <a:endParaRPr sz="1100" b="0" dirty="0">
              <a:solidFill>
                <a:srgbClr val="333333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8445E-A455-1CCE-9852-94A0694CA073}"/>
              </a:ext>
            </a:extLst>
          </p:cNvPr>
          <p:cNvSpPr txBox="1"/>
          <p:nvPr/>
        </p:nvSpPr>
        <p:spPr>
          <a:xfrm>
            <a:off x="6510528" y="3156426"/>
            <a:ext cx="4977079" cy="613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lang="en-US" sz="1080" b="0" dirty="0">
                <a:solidFill>
                  <a:srgbClr val="333333"/>
                </a:solidFill>
              </a:rPr>
              <a:t>• {{TOP_OPPORTUNITY_ITEM_2}}</a:t>
            </a:r>
            <a:r>
              <a:rPr sz="1080" b="0" dirty="0">
                <a:solidFill>
                  <a:srgbClr val="333333"/>
                </a:solidFill>
              </a:rPr>
              <a:t>
</a:t>
            </a:r>
            <a:r>
              <a:rPr lang="en-US" sz="1080" b="0" dirty="0">
                <a:solidFill>
                  <a:srgbClr val="333333"/>
                </a:solidFill>
              </a:rPr>
              <a:t>Next step: {{TOP_OPPORTUNITY_NEXTSTEP}}</a:t>
            </a:r>
            <a:endParaRPr sz="1080" b="0" dirty="0">
              <a:solidFill>
                <a:srgbClr val="333333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0" y="2871216"/>
            <a:ext cx="1207008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{{SIGHT_SCORE}}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3118104"/>
            <a:ext cx="1411605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{{TENACITY_SCORE}}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364992"/>
            <a:ext cx="1411604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{{ABILITY_SCORE}}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11880"/>
            <a:ext cx="1383122" cy="2628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333333"/>
                </a:solidFill>
              </a:rPr>
              <a:t>{{RESULTS_SCORE}}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3115</TotalTime>
  <Words>179</Words>
  <Application>Microsoft Macintosh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Negrete</cp:lastModifiedBy>
  <cp:revision>8</cp:revision>
  <dcterms:created xsi:type="dcterms:W3CDTF">2013-01-27T09:14:16Z</dcterms:created>
  <dcterms:modified xsi:type="dcterms:W3CDTF">2026-03-04T00:45:20Z</dcterms:modified>
  <cp:category/>
</cp:coreProperties>
</file>