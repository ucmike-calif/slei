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3"/>
    <p:restoredTop sz="94744"/>
  </p:normalViewPr>
  <p:slideViewPr>
    <p:cSldViewPr snapToGrid="0" snapToObjects="1">
      <p:cViewPr varScale="1">
        <p:scale>
          <a:sx n="111" d="100"/>
          <a:sy n="111" d="100"/>
        </p:scale>
        <p:origin x="3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1168" y="182880"/>
            <a:ext cx="11789359" cy="649224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201168" y="182880"/>
            <a:ext cx="11789359" cy="603504"/>
          </a:xfrm>
          <a:prstGeom prst="roundRect">
            <a:avLst>
              <a:gd name="adj" fmla="val 12000"/>
            </a:avLst>
          </a:prstGeom>
          <a:solidFill>
            <a:srgbClr val="6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21207" y="135470"/>
            <a:ext cx="11149279" cy="4644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>
                <a:solidFill>
                  <a:srgbClr val="FDFBF7"/>
                </a:solidFill>
              </a:rPr>
              <a:t>{{DASHBOARD_TITLE}}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520628"/>
            <a:ext cx="11149279" cy="2784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dirty="0">
                <a:solidFill>
                  <a:srgbClr val="FDFBF7"/>
                </a:solidFill>
              </a:rPr>
              <a:t>{{DASHBOARD_SUBTITLE}}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86384"/>
            <a:ext cx="11789359" cy="295764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21208" y="804092"/>
            <a:ext cx="11149279" cy="4089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dirty="0">
                <a:solidFill>
                  <a:srgbClr val="333333"/>
                </a:solidFill>
              </a:rPr>
              <a:t>{{DASHBOARD_INTRO}}</a:t>
            </a:r>
            <a:r>
              <a:rPr lang="en-US" sz="1000" b="1" dirty="0">
                <a:solidFill>
                  <a:srgbClr val="333333"/>
                </a:solidFill>
              </a:rPr>
              <a:t> </a:t>
            </a:r>
            <a:r>
              <a:rPr sz="1000" b="0" dirty="0">
                <a:solidFill>
                  <a:srgbClr val="333333"/>
                </a:solidFill>
              </a:rPr>
              <a:t> </a:t>
            </a:r>
            <a:r>
              <a:rPr lang="en-US" sz="1000" b="0" dirty="0">
                <a:solidFill>
                  <a:srgbClr val="333333"/>
                </a:solidFill>
              </a:rPr>
              <a:t> </a:t>
            </a:r>
            <a:r>
              <a:rPr sz="1000" b="0" dirty="0">
                <a:solidFill>
                  <a:srgbClr val="333333"/>
                </a:solidFill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226297"/>
            <a:ext cx="3594506" cy="1096279"/>
          </a:xfrm>
          <a:prstGeom prst="roundRect">
            <a:avLst>
              <a:gd name="adj" fmla="val 12000"/>
            </a:avLst>
          </a:prstGeom>
          <a:solidFill>
            <a:srgbClr val="FDFBF7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75488" y="1149284"/>
            <a:ext cx="3594506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25776" y="1205860"/>
            <a:ext cx="326532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6B0000"/>
                </a:solidFill>
              </a:rPr>
              <a:t>Leadership Behavior 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64" y="1364164"/>
            <a:ext cx="3823106" cy="503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50" b="1" dirty="0">
                <a:solidFill>
                  <a:srgbClr val="333333"/>
                </a:solidFill>
              </a:rPr>
              <a:t>{{CONSISTENCY_SCORE}}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64" y="1777081"/>
            <a:ext cx="3265322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00" b="0" dirty="0">
                <a:solidFill>
                  <a:srgbClr val="333333"/>
                </a:solidFill>
              </a:rPr>
              <a:t>{{CONSISTENCY_INTERPRETATION}}</a:t>
            </a:r>
            <a:endParaRPr sz="1100" b="0" dirty="0">
              <a:solidFill>
                <a:srgbClr val="333333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8594" y="1226297"/>
            <a:ext cx="3594506" cy="1096279"/>
          </a:xfrm>
          <a:prstGeom prst="roundRect">
            <a:avLst>
              <a:gd name="adj" fmla="val 12000"/>
            </a:avLst>
          </a:prstGeom>
          <a:solidFill>
            <a:srgbClr val="FDFBF7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4298594" y="1149284"/>
            <a:ext cx="3594506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463186" y="1364164"/>
            <a:ext cx="32653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50" b="1" dirty="0">
                <a:solidFill>
                  <a:srgbClr val="333333"/>
                </a:solidFill>
              </a:rPr>
              <a:t>{{GROWTH_AVG}}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1606" y="1777081"/>
            <a:ext cx="3265322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00" b="0" dirty="0">
                <a:solidFill>
                  <a:srgbClr val="333333"/>
                </a:solidFill>
              </a:rPr>
              <a:t>{{GROWTH_INTERPRETATION}}</a:t>
            </a:r>
            <a:endParaRPr sz="1100" b="0" dirty="0">
              <a:solidFill>
                <a:srgbClr val="333333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21700" y="1226297"/>
            <a:ext cx="3594506" cy="1096279"/>
          </a:xfrm>
          <a:prstGeom prst="roundRect">
            <a:avLst>
              <a:gd name="adj" fmla="val 12000"/>
            </a:avLst>
          </a:prstGeom>
          <a:solidFill>
            <a:srgbClr val="FDFBF7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8121700" y="1149284"/>
            <a:ext cx="3594506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222285" y="1191792"/>
            <a:ext cx="3265322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6B0000"/>
                </a:solidFill>
              </a:rPr>
              <a:t>Strongest Area of Growth</a:t>
            </a:r>
            <a:r>
              <a:rPr lang="en-US" sz="1100" b="1" dirty="0">
                <a:solidFill>
                  <a:srgbClr val="6B0000"/>
                </a:solidFill>
              </a:rPr>
              <a:t> </a:t>
            </a:r>
            <a:r>
              <a:rPr sz="1100" b="1" dirty="0">
                <a:solidFill>
                  <a:srgbClr val="6B0000"/>
                </a:solidFill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1364164"/>
            <a:ext cx="5272546" cy="503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2650" b="1" dirty="0">
                <a:solidFill>
                  <a:srgbClr val="333333"/>
                </a:solidFill>
              </a:rPr>
              <a:t>{{STRONGEST_GROWTH_DOMAIN}}</a:t>
            </a:r>
            <a:endParaRPr sz="2650" b="1" dirty="0">
              <a:solidFill>
                <a:srgbClr val="33333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8005" y="1762857"/>
            <a:ext cx="326532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333333"/>
                </a:solidFill>
              </a:rPr>
              <a:t>{{STRONGEST_DETAIL}}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2450592"/>
            <a:ext cx="5577840" cy="1920240"/>
          </a:xfrm>
          <a:prstGeom prst="roundRect">
            <a:avLst>
              <a:gd name="adj" fmla="val 12000"/>
            </a:avLst>
          </a:prstGeom>
          <a:solidFill>
            <a:srgbClr val="FDFBF7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475488" y="2450592"/>
            <a:ext cx="5577840" cy="329184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04088" y="2499610"/>
            <a:ext cx="5120640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00" b="1" dirty="0">
                <a:solidFill>
                  <a:srgbClr val="FDFBF7"/>
                </a:solidFill>
              </a:rPr>
              <a:t>Domain</a:t>
            </a:r>
            <a:r>
              <a:rPr sz="1300" b="1" dirty="0">
                <a:solidFill>
                  <a:srgbClr val="FDFBF7"/>
                </a:solidFill>
              </a:rPr>
              <a:t> Profile (Frequency</a:t>
            </a:r>
            <a:r>
              <a:rPr lang="en-US" sz="1300" b="1" dirty="0">
                <a:solidFill>
                  <a:srgbClr val="FDFBF7"/>
                </a:solidFill>
              </a:rPr>
              <a:t> of CURRENT application</a:t>
            </a:r>
            <a:r>
              <a:rPr sz="1300" b="1" dirty="0">
                <a:solidFill>
                  <a:srgbClr val="FDFBF7"/>
                </a:solidFill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2889504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333333"/>
                </a:solidFill>
              </a:rPr>
              <a:t>Sight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9928" y="2916936"/>
            <a:ext cx="3502152" cy="164592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Bar_Sight"/>
          <p:cNvSpPr/>
          <p:nvPr/>
        </p:nvSpPr>
        <p:spPr>
          <a:xfrm>
            <a:off x="1709928" y="2916936"/>
            <a:ext cx="2591592" cy="164592"/>
          </a:xfrm>
          <a:prstGeom prst="roundRect">
            <a:avLst>
              <a:gd name="adj" fmla="val 12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704088" y="313639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333333"/>
                </a:solidFill>
              </a:rPr>
              <a:t>Tenacity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09928" y="3163824"/>
            <a:ext cx="3502152" cy="164592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Bar_Tenacity"/>
          <p:cNvSpPr/>
          <p:nvPr/>
        </p:nvSpPr>
        <p:spPr>
          <a:xfrm>
            <a:off x="1709928" y="3163824"/>
            <a:ext cx="2661635" cy="164592"/>
          </a:xfrm>
          <a:prstGeom prst="roundRect">
            <a:avLst>
              <a:gd name="adj" fmla="val 12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704088" y="3383280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333333"/>
                </a:solidFill>
              </a:rPr>
              <a:t>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09928" y="3410712"/>
            <a:ext cx="3502152" cy="164592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Bar_Ability"/>
          <p:cNvSpPr/>
          <p:nvPr/>
        </p:nvSpPr>
        <p:spPr>
          <a:xfrm>
            <a:off x="1709928" y="3410712"/>
            <a:ext cx="2731678" cy="164592"/>
          </a:xfrm>
          <a:prstGeom prst="roundRect">
            <a:avLst>
              <a:gd name="adj" fmla="val 12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ounded Rectangle 38"/>
          <p:cNvSpPr/>
          <p:nvPr/>
        </p:nvSpPr>
        <p:spPr>
          <a:xfrm>
            <a:off x="1709928" y="3657600"/>
            <a:ext cx="3502152" cy="164592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Bar_Results"/>
          <p:cNvSpPr/>
          <p:nvPr/>
        </p:nvSpPr>
        <p:spPr>
          <a:xfrm>
            <a:off x="1709928" y="3657600"/>
            <a:ext cx="2871764" cy="164592"/>
          </a:xfrm>
          <a:prstGeom prst="roundRect">
            <a:avLst>
              <a:gd name="adj" fmla="val 12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704088" y="4006187"/>
            <a:ext cx="51206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50" dirty="0"/>
              <a:t>{{STRONGEST_DOMAIN}}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4517136"/>
            <a:ext cx="5577840" cy="2029968"/>
          </a:xfrm>
          <a:prstGeom prst="roundRect">
            <a:avLst>
              <a:gd name="adj" fmla="val 12000"/>
            </a:avLst>
          </a:prstGeom>
          <a:solidFill>
            <a:srgbClr val="FDFBF7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Rectangle 43"/>
          <p:cNvSpPr/>
          <p:nvPr/>
        </p:nvSpPr>
        <p:spPr>
          <a:xfrm>
            <a:off x="475488" y="4517136"/>
            <a:ext cx="5577840" cy="329184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704088" y="4566154"/>
            <a:ext cx="5120640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00" b="1" dirty="0">
                <a:solidFill>
                  <a:srgbClr val="FDFBF7"/>
                </a:solidFill>
              </a:rPr>
              <a:t>Greatest GROWTH Areas – Where you improved most during the course</a:t>
            </a:r>
            <a:endParaRPr sz="1300" b="1" dirty="0">
              <a:solidFill>
                <a:srgbClr val="FDFBF7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04088" y="4919472"/>
            <a:ext cx="5120640" cy="264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n-US" sz="1100" b="0" dirty="0">
                <a:solidFill>
                  <a:srgbClr val="333333"/>
                </a:solidFill>
              </a:rPr>
              <a:t>• {{TOP_GROWTH_ITEM_1}}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65" y="5623560"/>
            <a:ext cx="5120640" cy="5796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019" b="0" dirty="0">
                <a:solidFill>
                  <a:srgbClr val="333333"/>
                </a:solidFill>
              </a:rPr>
              <a:t>{{TOP_GROWTH_WHY}}</a:t>
            </a:r>
            <a:r>
              <a:rPr sz="1019" b="0" dirty="0">
                <a:solidFill>
                  <a:srgbClr val="333333"/>
                </a:solidFill>
              </a:rPr>
              <a:t>
</a:t>
            </a:r>
            <a:r>
              <a:rPr lang="en-US" sz="1019" b="0" dirty="0">
                <a:solidFill>
                  <a:srgbClr val="333333"/>
                </a:solidFill>
              </a:rPr>
              <a:t>{{TOP_GROWTH_PROMPT}}</a:t>
            </a:r>
            <a:endParaRPr sz="1019" b="0" dirty="0">
              <a:solidFill>
                <a:srgbClr val="333333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281928" y="2450591"/>
            <a:ext cx="5434279" cy="1517905"/>
          </a:xfrm>
          <a:prstGeom prst="roundRect">
            <a:avLst>
              <a:gd name="adj" fmla="val 12000"/>
            </a:avLst>
          </a:prstGeom>
          <a:solidFill>
            <a:srgbClr val="FDFBF7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9" name="Rectangle 48"/>
          <p:cNvSpPr/>
          <p:nvPr/>
        </p:nvSpPr>
        <p:spPr>
          <a:xfrm>
            <a:off x="6281928" y="2450592"/>
            <a:ext cx="5434279" cy="329184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6465558" y="2484620"/>
            <a:ext cx="4977079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00" b="1" dirty="0">
                <a:solidFill>
                  <a:srgbClr val="FDFBF7"/>
                </a:solidFill>
              </a:rPr>
              <a:t>Greatest </a:t>
            </a:r>
            <a:r>
              <a:rPr sz="1300" b="1" dirty="0">
                <a:solidFill>
                  <a:srgbClr val="FDFBF7"/>
                </a:solidFill>
              </a:rPr>
              <a:t>Growth</a:t>
            </a:r>
            <a:r>
              <a:rPr lang="en-US" sz="1300" b="1" dirty="0">
                <a:solidFill>
                  <a:srgbClr val="FDFBF7"/>
                </a:solidFill>
              </a:rPr>
              <a:t> OPPORTUNITIES – Where you can continue to grow</a:t>
            </a:r>
            <a:endParaRPr sz="1300" b="1" dirty="0">
              <a:solidFill>
                <a:srgbClr val="FDFBF7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510528" y="2852928"/>
            <a:ext cx="4977079" cy="2610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n-US" sz="1080" b="0" dirty="0">
                <a:solidFill>
                  <a:srgbClr val="333333"/>
                </a:solidFill>
              </a:rPr>
              <a:t>• {{TOP_OPPORTUNITY_ITEM_1}}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81928" y="4014216"/>
            <a:ext cx="5434279" cy="2532888"/>
          </a:xfrm>
          <a:prstGeom prst="roundRect">
            <a:avLst>
              <a:gd name="adj" fmla="val 12000"/>
            </a:avLst>
          </a:prstGeom>
          <a:solidFill>
            <a:srgbClr val="FDFBF7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3" name="Rectangle 52"/>
          <p:cNvSpPr/>
          <p:nvPr/>
        </p:nvSpPr>
        <p:spPr>
          <a:xfrm>
            <a:off x="6281928" y="4085656"/>
            <a:ext cx="5434279" cy="329184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4" name="TextBox 53"/>
          <p:cNvSpPr txBox="1"/>
          <p:nvPr/>
        </p:nvSpPr>
        <p:spPr>
          <a:xfrm>
            <a:off x="6510528" y="4149664"/>
            <a:ext cx="4977079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dirty="0">
                <a:solidFill>
                  <a:srgbClr val="FDFBF7"/>
                </a:solidFill>
              </a:rPr>
              <a:t>60–90 Day Leader</a:t>
            </a:r>
            <a:r>
              <a:rPr lang="en-US" sz="1300" b="1" dirty="0">
                <a:solidFill>
                  <a:srgbClr val="FDFBF7"/>
                </a:solidFill>
              </a:rPr>
              <a:t> Development </a:t>
            </a:r>
            <a:r>
              <a:rPr sz="1300" b="1" dirty="0">
                <a:solidFill>
                  <a:srgbClr val="FDFBF7"/>
                </a:solidFill>
              </a:rPr>
              <a:t>Focus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04527" y="4131376"/>
            <a:ext cx="1828800" cy="237744"/>
          </a:xfrm>
          <a:prstGeom prst="roundRect">
            <a:avLst>
              <a:gd name="adj" fmla="val 12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6" name="TextBox 55"/>
          <p:cNvSpPr txBox="1"/>
          <p:nvPr/>
        </p:nvSpPr>
        <p:spPr>
          <a:xfrm>
            <a:off x="9704527" y="4149664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dirty="0">
                <a:solidFill>
                  <a:srgbClr val="1A1A1A"/>
                </a:solidFill>
              </a:rPr>
              <a:t>Action Plan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4517136"/>
            <a:ext cx="4977079" cy="2496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000" dirty="0"/>
              <a:t>{{ACTIONPLAN_PROMPT}}</a:t>
            </a:r>
            <a:endParaRPr lang="en-US" sz="1000" b="0" dirty="0">
              <a:solidFill>
                <a:srgbClr val="333333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65880B-EC5C-939B-9059-F8E64A0DC180}"/>
              </a:ext>
            </a:extLst>
          </p:cNvPr>
          <p:cNvSpPr txBox="1"/>
          <p:nvPr/>
        </p:nvSpPr>
        <p:spPr>
          <a:xfrm>
            <a:off x="4335168" y="1206092"/>
            <a:ext cx="3265322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00" b="1" dirty="0">
                <a:solidFill>
                  <a:srgbClr val="6B0000"/>
                </a:solidFill>
              </a:rPr>
              <a:t>Growth Indicator</a:t>
            </a:r>
            <a:endParaRPr sz="1100" b="1" dirty="0">
              <a:solidFill>
                <a:srgbClr val="6B00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06EF28-4C55-E753-74FB-1B1BF09AF5E7}"/>
              </a:ext>
            </a:extLst>
          </p:cNvPr>
          <p:cNvSpPr txBox="1"/>
          <p:nvPr/>
        </p:nvSpPr>
        <p:spPr>
          <a:xfrm>
            <a:off x="696765" y="3635883"/>
            <a:ext cx="960120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00" b="1" dirty="0">
                <a:solidFill>
                  <a:srgbClr val="333333"/>
                </a:solidFill>
              </a:rPr>
              <a:t>Results</a:t>
            </a:r>
            <a:endParaRPr sz="1100" b="1" dirty="0">
              <a:solidFill>
                <a:srgbClr val="333333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9460C5-8C41-47C2-33F6-9B88302C0BDA}"/>
              </a:ext>
            </a:extLst>
          </p:cNvPr>
          <p:cNvSpPr txBox="1"/>
          <p:nvPr/>
        </p:nvSpPr>
        <p:spPr>
          <a:xfrm>
            <a:off x="704088" y="5271516"/>
            <a:ext cx="5120640" cy="264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n-US" sz="1100" b="0" dirty="0">
                <a:solidFill>
                  <a:srgbClr val="333333"/>
                </a:solidFill>
              </a:rPr>
              <a:t>• {{TOP_GROWTH_ITEM_2}}</a:t>
            </a:r>
            <a:endParaRPr sz="1100" b="0" dirty="0">
              <a:solidFill>
                <a:srgbClr val="333333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38445E-A455-1CCE-9852-94A0694CA073}"/>
              </a:ext>
            </a:extLst>
          </p:cNvPr>
          <p:cNvSpPr txBox="1"/>
          <p:nvPr/>
        </p:nvSpPr>
        <p:spPr>
          <a:xfrm>
            <a:off x="6510528" y="3156426"/>
            <a:ext cx="4977079" cy="6134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n-US" sz="1080" b="0" dirty="0">
                <a:solidFill>
                  <a:srgbClr val="333333"/>
                </a:solidFill>
              </a:rPr>
              <a:t>• {{TOP_OPPORTUNITY_ITEM_2}}</a:t>
            </a:r>
            <a:r>
              <a:rPr sz="1080" b="0" dirty="0">
                <a:solidFill>
                  <a:srgbClr val="333333"/>
                </a:solidFill>
              </a:rPr>
              <a:t>
</a:t>
            </a:r>
            <a:r>
              <a:rPr lang="en-US" sz="1080" b="0" dirty="0">
                <a:solidFill>
                  <a:srgbClr val="333333"/>
                </a:solidFill>
              </a:rPr>
              <a:t>Next step: {{TOP_OPPORTUNITY_NEXTSTEP}}</a:t>
            </a:r>
            <a:endParaRPr sz="1080" b="0" dirty="0">
              <a:solidFill>
                <a:srgbClr val="333333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03520" y="2871216"/>
            <a:ext cx="1207008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333333"/>
                </a:solidFill>
              </a:rPr>
              <a:t>{{SIGHT_SCORE}}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19" y="3118104"/>
            <a:ext cx="1411605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333333"/>
                </a:solidFill>
              </a:rPr>
              <a:t>{{TENACITY_SCORE}}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364992"/>
            <a:ext cx="1411604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333333"/>
                </a:solidFill>
              </a:rPr>
              <a:t>{{ABILITY_SCORE}}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611880"/>
            <a:ext cx="1383122" cy="262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333333"/>
                </a:solidFill>
              </a:rPr>
              <a:t>{{RESULTS_SCORE}}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3206</TotalTime>
  <Words>194</Words>
  <Application>Microsoft Macintosh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Negrete</cp:lastModifiedBy>
  <cp:revision>9</cp:revision>
  <dcterms:created xsi:type="dcterms:W3CDTF">2013-01-27T09:14:16Z</dcterms:created>
  <dcterms:modified xsi:type="dcterms:W3CDTF">2026-03-04T02:16:27Z</dcterms:modified>
  <cp:category/>
</cp:coreProperties>
</file>