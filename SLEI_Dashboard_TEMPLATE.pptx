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73"/>
    <p:restoredTop sz="94744"/>
  </p:normalViewPr>
  <p:slideViewPr>
    <p:cSldViewPr snapToGrid="0" snapToObjects="1">
      <p:cViewPr varScale="1">
        <p:scale>
          <a:sx n="85" d="100"/>
          <a:sy n="85" d="100"/>
        </p:scale>
        <p:origin x="-472" y="7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29576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76" y="120586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64" y="1364164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4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8594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-2505456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B0000"/>
                </a:solidFill>
              </a:rPr>
              <a:t>Behavioral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186" y="1364164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606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21700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2285" y="11917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364164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68005" y="1762857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" y="2514600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Domain Profile (Current Frequency)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ar_Sight"/>
          <p:cNvSpPr/>
          <p:nvPr/>
        </p:nvSpPr>
        <p:spPr>
          <a:xfrm>
            <a:off x="1709928" y="2916936"/>
            <a:ext cx="259159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ar_Tenacity"/>
          <p:cNvSpPr/>
          <p:nvPr/>
        </p:nvSpPr>
        <p:spPr>
          <a:xfrm>
            <a:off x="1709928" y="3163824"/>
            <a:ext cx="2661635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ar_Ability"/>
          <p:cNvSpPr/>
          <p:nvPr/>
        </p:nvSpPr>
        <p:spPr>
          <a:xfrm>
            <a:off x="1709928" y="3410712"/>
            <a:ext cx="2731678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709928" y="3657600"/>
            <a:ext cx="2871764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4088" y="4581144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Strongest Reported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1"/>
            <a:ext cx="5434279" cy="1517905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0528" y="2514600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Opportunities for Continued Growth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281928" y="408565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10528" y="4149664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60–90 Day Leadership 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13137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704527" y="41496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dirty="0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2496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000" dirty="0"/>
              <a:t>{{ACTIONPLAN_PROMPT}}</a:t>
            </a:r>
            <a:endParaRPr lang="en-US" sz="1000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35168" y="12060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3114</TotalTime>
  <Words>179</Words>
  <Application>Microsoft Macintosh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7</cp:revision>
  <dcterms:created xsi:type="dcterms:W3CDTF">2013-01-27T09:14:16Z</dcterms:created>
  <dcterms:modified xsi:type="dcterms:W3CDTF">2026-03-04T00:36:05Z</dcterms:modified>
  <cp:category/>
</cp:coreProperties>
</file>